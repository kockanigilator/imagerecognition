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/>
              <a:t>Разработка системы распознавания изображений цифр</a:t>
            </a:r>
          </a:p>
          <a:p>
            <a:r>
              <a:t>и геометрических фигур на основе алгоритма k-ближайших</a:t>
            </a:r>
          </a:p>
          <a:p>
            <a:r>
              <a:t>соседей с использованием структуры данных KD-Tree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Выполнил: Фамилия Имя Отчество</a:t>
            </a:r>
          </a:p>
          <a:p>
            <a:r>
              <a:rPr sz="2400"/>
              <a:t>Название университета</a:t>
            </a:r>
          </a:p>
          <a:p>
            <a:r>
              <a:rPr sz="2400"/>
              <a:t>Кафедра ...</a:t>
            </a:r>
          </a:p>
          <a:p>
            <a:r>
              <a:rPr sz="2400"/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Актуальность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Распознавание изображений — базовая задача компьютерного зрения, лежит в основе OCR, детекции объектов, классификации.</a:t>
            </a:r>
          </a:p>
          <a:p>
            <a:pPr/>
            <a:r>
              <a:rPr sz="2400"/>
              <a:t>В реальных системах (контроль доступа, сканеры документов, меддиагностика) нужны быстрые и объяснимые методы.</a:t>
            </a:r>
          </a:p>
          <a:p>
            <a:pPr/>
            <a:r>
              <a:rPr sz="2400"/>
              <a:t>Готовые ML-решения (TensorFlow, scikit-learn) — «чёрный ящик». Для курсовой важно понимать алгоритм «изнутри».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Целевая аудитория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Студенты и преподаватели курсов «Алгоритмы и структуры данных» — наглядная демонстрация kNN и KD-Tree.</a:t>
            </a:r>
          </a:p>
          <a:p>
            <a:pPr/>
            <a:r>
              <a:rPr sz="2400"/>
              <a:t>Разработчики прототипов, которым не нужна тяжёлая инфраструктура нейросетей.</a:t>
            </a:r>
          </a:p>
          <a:p>
            <a:pPr/>
            <a:r>
              <a:rPr sz="2400"/>
              <a:t>Те, кто хочет проверить, насколько KD-Tree ускоряет поиск относительно линейного перебора.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Цель и 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Цель: разработать рабочую систему распознавания цифр и простых фигур без использования ML-библиотек.</a:t>
            </a:r>
          </a:p>
          <a:p>
            <a:pPr/>
            <a:r>
              <a:rPr sz="2400"/>
              <a:t>Реализовать kNN и KD-Tree вручную в C#, разобраться в сложности и ограничениях.</a:t>
            </a:r>
          </a:p>
          <a:p>
            <a:pPr/>
            <a:r>
              <a:rPr sz="2400"/>
              <a:t>Спроектировать БД (PostgreSQL), хранить признаки как FLOAT8[], организовать эксперименты.</a:t>
            </a:r>
          </a:p>
          <a:p>
            <a:pPr/>
            <a:r>
              <a:rPr sz="2400"/>
              <a:t>Сделать WPF-интерфейс и замерить время: построение дерева, поиск KD-Tree vs линейный поиск.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Недостатки существующих решений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Линейный поиск k ближайших: O(n) на каждый запрос — при тысячах примеров тормозит.</a:t>
            </a:r>
          </a:p>
          <a:p>
            <a:pPr/>
            <a:r>
              <a:rPr sz="2400"/>
              <a:t>Готовые ML-фреймворки: зависимость от версий, сложная настройка, трудно пояснить на защите.</a:t>
            </a:r>
          </a:p>
          <a:p>
            <a:pPr/>
            <a:r>
              <a:rPr sz="2400"/>
              <a:t>Многие учебные примеры — на Python; нужна полноценная реализация на C# с БД и интерфейсом.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Архитектура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UI (WPF): загрузка изображений, выбор k, запуск обучения и классификации, вывод результата и времени.</a:t>
            </a:r>
          </a:p>
          <a:p>
            <a:pPr/>
            <a:r>
              <a:rPr sz="2400"/>
              <a:t>Application: сервисы извлечения признаков (16×16, grayscale), обучение, классификация.</a:t>
            </a:r>
          </a:p>
          <a:p>
            <a:pPr/>
            <a:r>
              <a:rPr sz="2400"/>
              <a:t>Domain: KDNode, KDTree, KNearestNeighbors, DistanceCalculator — чистая реализация без зависимостей.</a:t>
            </a:r>
          </a:p>
          <a:p>
            <a:pPr/>
            <a:r>
              <a:rPr sz="2400"/>
              <a:t>Infrastructure: PostgreSQL, Npgsql, таблицы classes, images, features, models, experiments, predictions.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Взаимодействие компонентов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Поток: пользователь загружает изображение → UI → Application вызывает Domain → классификация.</a:t>
            </a:r>
          </a:p>
          <a:p>
            <a:pPr/>
            <a:r>
              <a:rPr sz="2400"/>
              <a:t>Обучение: изображения с диска → Application извлекает 256 признаков → Domain строит KD-Tree → репозиторий пишет в БД.</a:t>
            </a:r>
          </a:p>
          <a:p>
            <a:pPr/>
            <a:r>
              <a:rPr sz="2400"/>
              <a:t>Важно: Domain не знает о БД и UI — легко тестировать и менять слой данных.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Используемые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C#, .NET, WPF — основной стек приложения.</a:t>
            </a:r>
          </a:p>
          <a:p>
            <a:pPr/>
            <a:r>
              <a:rPr sz="2400"/>
              <a:t>PostgreSQL, Npgsql — хранение классов, изображений, векторов признаков, экспериментов.</a:t>
            </a:r>
          </a:p>
          <a:p>
            <a:pPr/>
            <a:r>
              <a:rPr sz="2400"/>
              <a:t>System.Drawing — загрузка и преобразование изображений (resize, grayscale).</a:t>
            </a:r>
          </a:p>
          <a:p>
            <a:pPr/>
            <a:r>
              <a:rPr sz="2400"/>
              <a:t>kNN и KD-Tree — реализованы вручную, без ML.NET и других ML-библиотек.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Диаграммы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Use Case: актор «Пользователь», варианты использования — загрузка изображений, обучение модели, классификация, просмотр результатов.</a:t>
            </a:r>
          </a:p>
          <a:p>
            <a:pPr/>
            <a:r>
              <a:rPr sz="2400"/>
              <a:t>ER-диаграмма: classes, images, features (вектор FLOAT8[]), models, experiments, predictions.</a:t>
            </a:r>
          </a:p>
          <a:p>
            <a:pPr/>
            <a:r>
              <a:rPr sz="2400"/>
              <a:t>Диаграмма классов: Domain (KDNode, KDTree, KNearestNeighbors), Application (сервисы), Infrastructure (репозитории).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Основные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kNN: находим k ближайших точек по евклидову расстоянию, выбираем класс большинством голосов.</a:t>
            </a:r>
          </a:p>
          <a:p>
            <a:pPr/>
            <a:r>
              <a:rPr sz="2400"/>
              <a:t>KD-Tree: строим дерево по медиане по оси, на каждом уровне меняем ось; поиск с отсечением ветвей.</a:t>
            </a:r>
          </a:p>
          <a:p>
            <a:pPr/>
            <a:r>
              <a:rPr sz="2400"/>
              <a:t>Евклидово расстояние: sqrt(sum((a_i - b_i)^2)) — стандартная метрика для kNN.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Процесс обработки изображения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Загрузка через System.Drawing.Bitmap, масштабирование до 16×16 пикселей.</a:t>
            </a:r>
          </a:p>
          <a:p>
            <a:pPr/>
            <a:r>
              <a:rPr sz="2400"/>
              <a:t>Перевод в grayscale: 0.299*R + 0.587*G + 0.114*B, нормализация в [0, 1].</a:t>
            </a:r>
          </a:p>
          <a:p>
            <a:pPr/>
            <a:r>
              <a:rPr sz="2400"/>
              <a:t>Вектор признаков: 256 значений — по одному на каждый пиксель, записаны построчно.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Точность: на тестовой выборке считаем долю правильных предсказаний (accuracy).</a:t>
            </a:r>
          </a:p>
          <a:p>
            <a:pPr/>
            <a:r>
              <a:rPr sz="2400"/>
              <a:t>Время построения KD-Tree: Stopwatch при BuildTree — обычно единицы–десятки миллисекунд.</a:t>
            </a:r>
          </a:p>
          <a:p>
            <a:pPr/>
            <a:r>
              <a:rPr sz="2400"/>
              <a:t>Время поиска: для N запросов сравниваем суммарное время KD-Tree и линейного поиска; при больших N KD-Tree выигрывает.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Интерфейс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Основное окно: кнопки загрузки, поля выбора k и пути к данным, таблица/список результатов.</a:t>
            </a:r>
          </a:p>
          <a:p>
            <a:pPr/>
            <a:r>
              <a:rPr sz="2400"/>
              <a:t>Отображаются: предсказанный класс, фактический класс (если есть), время выполнения, точность.</a:t>
            </a:r>
          </a:p>
          <a:p>
            <a:pPr/>
            <a:r>
              <a:rPr sz="2400"/>
              <a:t>Подпись к скриншоту: «Основное окно системы».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Функциональные возможности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Загрузка изображений по классам, извлечение признаков, сохранение в БД.</a:t>
            </a:r>
          </a:p>
          <a:p>
            <a:pPr/>
            <a:r>
              <a:rPr sz="2400"/>
              <a:t>Обучение: построение KD-Tree, сохранение модели, выбор k.</a:t>
            </a:r>
          </a:p>
          <a:p>
            <a:pPr/>
            <a:r>
              <a:rPr sz="2400"/>
              <a:t>Классификация: по одному изображению или пакетом; вывод результата и времени.</a:t>
            </a:r>
          </a:p>
          <a:p>
            <a:pPr/>
            <a:r>
              <a:rPr sz="2400"/>
              <a:t>Просмотр экспериментов: точность, время KD-Tree vs линейного поиска.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Тестирование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Unit-тесты Domain: корректность BuildTree, NearestNeighbor, KNearestNeighbors на известных наборах.</a:t>
            </a:r>
          </a:p>
          <a:p>
            <a:pPr/>
            <a:r>
              <a:rPr sz="2400"/>
              <a:t>Проверка: kNN через KD-Tree и линейный поиск дают одинаковый результат при одинаковом k.</a:t>
            </a:r>
          </a:p>
          <a:p>
            <a:pPr/>
            <a:r>
              <a:rPr sz="2400"/>
              <a:t>Нагрузочные тесты: время при росте числа обучающих примеров (100, 1000, 10000).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Обнаруженные ошибки и исправления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Проблема: при равных расстояниях результат мог зависеть от порядка обхода — добавлен детерминированный выбор по метке при tie-break.</a:t>
            </a:r>
          </a:p>
          <a:p>
            <a:pPr/>
            <a:r>
              <a:rPr sz="2400"/>
              <a:t>Отсечение ветвей в KD-Tree: изначально не учитывалась гиперплоскость — поиск мог пропустить ближайшего соседа; исправил условие проверки противоположного поддерева.</a:t>
            </a:r>
          </a:p>
          <a:p>
            <a:pPr/>
            <a:r>
              <a:rPr sz="2400"/>
              <a:t>Размерность: проверка point.Length == Dimension при вставке и поиске, чтобы не было падений на несовместимых данных.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Практическая значимость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Учебная ценность: живая демонстрация kNN, KD-Tree, оценки сложности на реальном коде.</a:t>
            </a:r>
          </a:p>
          <a:p>
            <a:pPr/>
            <a:r>
              <a:rPr sz="2400"/>
              <a:t>Базовый прототип для более сложных систем: можно заменить признаки, метрику, добавить предобработку.</a:t>
            </a:r>
          </a:p>
          <a:p>
            <a:pPr/>
            <a:r>
              <a:rPr sz="2400"/>
              <a:t>Результаты экспериментов и код можно использовать в курсе «Алгоритмы и структуры данных».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Реализована система распознавания цифр и фигур на kNN без ML-библиотек; KD-Tree и kNN написаны вручную.</a:t>
            </a:r>
          </a:p>
          <a:p>
            <a:pPr/>
            <a:r>
              <a:rPr sz="2400"/>
              <a:t>Проведены эксперименты: замеры времени построения дерева и поиска, сравнение с линейным поиском.</a:t>
            </a:r>
          </a:p>
          <a:p>
            <a:pPr/>
            <a:r>
              <a:rPr sz="2400"/>
              <a:t>Код структурирован по слоям, покрыт тестами, готов к демонстрации и доработке.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/>
              <a:t>СПАСИБО ЗА ВНИМАНИЕ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